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re moğulkoç" userId="c72dc4b41963a7e1" providerId="LiveId" clId="{ACEE3351-0640-43D3-AA79-3EA063077A1C}"/>
    <pc:docChg chg="modSld">
      <pc:chgData name="emre moğulkoç" userId="c72dc4b41963a7e1" providerId="LiveId" clId="{ACEE3351-0640-43D3-AA79-3EA063077A1C}" dt="2026-04-27T12:27:27.236" v="1" actId="20577"/>
      <pc:docMkLst>
        <pc:docMk/>
      </pc:docMkLst>
      <pc:sldChg chg="modSp mod">
        <pc:chgData name="emre moğulkoç" userId="c72dc4b41963a7e1" providerId="LiveId" clId="{ACEE3351-0640-43D3-AA79-3EA063077A1C}" dt="2026-04-27T12:27:27.236" v="1" actId="20577"/>
        <pc:sldMkLst>
          <pc:docMk/>
          <pc:sldMk cId="3313455820" sldId="256"/>
        </pc:sldMkLst>
        <pc:spChg chg="mod">
          <ac:chgData name="emre moğulkoç" userId="c72dc4b41963a7e1" providerId="LiveId" clId="{ACEE3351-0640-43D3-AA79-3EA063077A1C}" dt="2026-04-27T12:27:27.236" v="1" actId="20577"/>
          <ac:spMkLst>
            <pc:docMk/>
            <pc:sldMk cId="3313455820" sldId="256"/>
            <ac:spMk id="1054" creationId="{1CA8C8FA-C673-A3E1-5C26-0CBFBAFE11D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B3BBFD-2EC3-CE88-724A-7AACE88A0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B992F05-3E18-8907-A749-67451B944F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0B14B0-65E1-3E44-B3D0-305299791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EC2C-059F-48A6-90C3-D37334824E37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B405F2-F612-3660-1E82-EDCF2659C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29421F-435E-59AC-25C0-9941684DF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AB54-6B5B-4ECA-A470-A73C6EEA6AE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06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5BC590-BD04-F117-2E58-02217B5B7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D68A29-EE73-F326-FDAD-256E5A1DA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652F4C-D2A8-EA19-D64C-DA40279B2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EC2C-059F-48A6-90C3-D37334824E37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12D5F0-0A8E-568D-5BE5-AF3D12A0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089BD6-941E-9EDA-C451-C746A5C46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AB54-6B5B-4ECA-A470-A73C6EEA6AE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771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472AF6-5C29-741E-E5FE-1AB4613B6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A75E28-BECE-AD03-46D6-4FA761684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E30100-F44E-AF97-02C6-4B350BF90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EC2C-059F-48A6-90C3-D37334824E37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8754AA-CB77-EB8B-47A5-77E3958CC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6F931D-F43C-17CF-1180-1DD4C9C3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AB54-6B5B-4ECA-A470-A73C6EEA6AE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29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9576D4-F21B-5355-AA8A-AD6643E12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4CFB16-684F-0DB7-5018-5AEE3AA5F1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6DCE686-6435-6138-5C69-C57B1C2C7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D803C93-BC25-0068-A5D2-D62490F7C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EC2C-059F-48A6-90C3-D37334824E37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A60AD07-21AC-D375-7478-F584DB469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43A810E-0877-712B-470A-C5DB40047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AB54-6B5B-4ECA-A470-A73C6EEA6AE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5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7B33DB-8466-9700-3A77-94CAEF3DF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E9E0AC-E4E0-0CD2-D4DF-F233FF30C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0E5B63E-8F2A-3FEF-B63C-3E8ADA9D7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F9146EF-3F3E-1A6E-0D33-7E8B84F1CF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BEC22C5-08BF-1831-362A-EB7D3CA1E1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1A580BB-0347-E47F-AA08-DD66554A2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EC2C-059F-48A6-90C3-D37334824E37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2A5FB96-E6CD-BD59-B71D-AD1330999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72A41FB-57AA-E4D7-98D3-440F134A2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AB54-6B5B-4ECA-A470-A73C6EEA6AE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988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290EB3-907B-1D1E-0E76-BFA0EAF17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71986A5-9F19-BA57-1E6E-F0BFE8D77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EC2C-059F-48A6-90C3-D37334824E37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5380BD-3BDC-14D6-8232-F96C1366B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2B02FD-8763-00B5-1718-843105C7C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AB54-6B5B-4ECA-A470-A73C6EEA6AE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634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0D4C2EE-869D-B194-39F0-8105240DB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EC2C-059F-48A6-90C3-D37334824E37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AAE48EB-2B9B-4C46-77AE-430F57048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CA3B593-9139-1A66-60D4-29B0013A0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AB54-6B5B-4ECA-A470-A73C6EEA6AE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90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245DA2-E317-F339-B5EC-C5F150932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8659FF-AA88-511F-A2B9-9F678B94A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26563DB-5574-E3AD-73B4-CA45A495E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71D90A0-F048-0A16-EC64-965EC84DD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EC2C-059F-48A6-90C3-D37334824E37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322283D-CE2E-C128-A879-0DEFB62C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A4F5F26-CBF8-2A08-7172-C856E1CB6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AB54-6B5B-4ECA-A470-A73C6EEA6AE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74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DABA6F-08BB-E792-81BF-8D548F59D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EB23F9B-AA74-A517-2ADA-BF2E27784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D64C70-57CD-4743-4BB6-EDA5ED65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11CCE2D-4FDF-C0A5-1625-5DDC43D3F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EC2C-059F-48A6-90C3-D37334824E37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4FC57CA-3F21-593A-7080-DC4A94B46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0613A36-AFF6-8D0A-5E31-D8F429F25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AB54-6B5B-4ECA-A470-A73C6EEA6AE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91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68BBBA-349A-700F-1337-A23ABCF6A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334AF00-A20D-AD53-C3E2-137B7C245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6002F3-E273-E913-697B-7C7169D86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EC2C-059F-48A6-90C3-D37334824E37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3F34DE-C3B0-4B44-58A1-420147611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EAB4B9-E3B9-2BCE-CCEB-60673FE01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AB54-6B5B-4ECA-A470-A73C6EEA6AE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5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D9ECA82-5767-4B4D-DCCF-ACB6441E5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353452C-A11D-0EFD-66E7-3F77CFF6D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CB605A-E37F-8A2D-DDC0-27AF4CAE7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EC2C-059F-48A6-90C3-D37334824E37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8FBE7C-D210-5C68-C299-B88355BEF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841861-3276-B2B3-3908-AC705BFD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AB54-6B5B-4ECA-A470-A73C6EEA6AE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20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8936F9-1D95-5E21-66AA-7F2D3696A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B4B789-F0CA-2357-F4EE-81CC69CA0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EAC424-D0BC-7DBB-5AD8-98EBD5163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AEC2C-059F-48A6-90C3-D37334824E37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494784-EEDE-A1FB-6B52-1D17AF9C48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638CAA-8E2E-E027-82C5-D5AE9923BE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8AB54-6B5B-4ECA-A470-A73C6EEA6AE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25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8" name="Gruppieren 1067">
            <a:extLst>
              <a:ext uri="{FF2B5EF4-FFF2-40B4-BE49-F238E27FC236}">
                <a16:creationId xmlns:a16="http://schemas.microsoft.com/office/drawing/2014/main" id="{AF7B6557-881D-CB43-F70A-16F7EBFB9FD4}"/>
              </a:ext>
            </a:extLst>
          </p:cNvPr>
          <p:cNvGrpSpPr/>
          <p:nvPr/>
        </p:nvGrpSpPr>
        <p:grpSpPr>
          <a:xfrm>
            <a:off x="1775922" y="593851"/>
            <a:ext cx="8826039" cy="5317417"/>
            <a:chOff x="1775922" y="593851"/>
            <a:chExt cx="8826039" cy="5317417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F4D895A4-5CD8-1D51-929E-B8C8861DEB9D}"/>
                </a:ext>
              </a:extLst>
            </p:cNvPr>
            <p:cNvSpPr/>
            <p:nvPr/>
          </p:nvSpPr>
          <p:spPr>
            <a:xfrm>
              <a:off x="2827020" y="1289304"/>
              <a:ext cx="6537960" cy="389534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BCB86828-B719-9098-46C4-36456E35EE1B}"/>
                </a:ext>
              </a:extLst>
            </p:cNvPr>
            <p:cNvSpPr/>
            <p:nvPr/>
          </p:nvSpPr>
          <p:spPr>
            <a:xfrm>
              <a:off x="2979420" y="1819565"/>
              <a:ext cx="1906616" cy="2807855"/>
            </a:xfrm>
            <a:prstGeom prst="rect">
              <a:avLst/>
            </a:prstGeom>
            <a:noFill/>
            <a:ln>
              <a:solidFill>
                <a:schemeClr val="accent5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B99179A9-AD61-66AF-1FAD-1742DE21539F}"/>
                </a:ext>
              </a:extLst>
            </p:cNvPr>
            <p:cNvSpPr/>
            <p:nvPr/>
          </p:nvSpPr>
          <p:spPr>
            <a:xfrm>
              <a:off x="5218892" y="1819564"/>
              <a:ext cx="1906616" cy="2807855"/>
            </a:xfrm>
            <a:prstGeom prst="rect">
              <a:avLst/>
            </a:prstGeom>
            <a:noFill/>
            <a:ln>
              <a:solidFill>
                <a:schemeClr val="accent5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D23ABA9E-CDC6-3245-1E3A-20381F76CBC6}"/>
                </a:ext>
              </a:extLst>
            </p:cNvPr>
            <p:cNvSpPr/>
            <p:nvPr/>
          </p:nvSpPr>
          <p:spPr>
            <a:xfrm>
              <a:off x="7305966" y="1819563"/>
              <a:ext cx="1906616" cy="2807855"/>
            </a:xfrm>
            <a:prstGeom prst="rect">
              <a:avLst/>
            </a:prstGeom>
            <a:noFill/>
            <a:ln>
              <a:solidFill>
                <a:schemeClr val="accent5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ussdiagramm: Verbinder 8">
              <a:extLst>
                <a:ext uri="{FF2B5EF4-FFF2-40B4-BE49-F238E27FC236}">
                  <a16:creationId xmlns:a16="http://schemas.microsoft.com/office/drawing/2014/main" id="{D79C2545-0DBF-4AFB-737D-FA8549BCE7D7}"/>
                </a:ext>
              </a:extLst>
            </p:cNvPr>
            <p:cNvSpPr/>
            <p:nvPr/>
          </p:nvSpPr>
          <p:spPr>
            <a:xfrm>
              <a:off x="6411998" y="1948873"/>
              <a:ext cx="526473" cy="526473"/>
            </a:xfrm>
            <a:prstGeom prst="flowChartConnector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0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Flussdiagramm: Verbinder 9">
              <a:extLst>
                <a:ext uri="{FF2B5EF4-FFF2-40B4-BE49-F238E27FC236}">
                  <a16:creationId xmlns:a16="http://schemas.microsoft.com/office/drawing/2014/main" id="{B58C3D5A-C7C1-B4D2-A209-A0F6828DA163}"/>
                </a:ext>
              </a:extLst>
            </p:cNvPr>
            <p:cNvSpPr/>
            <p:nvPr/>
          </p:nvSpPr>
          <p:spPr>
            <a:xfrm>
              <a:off x="3569302" y="1948873"/>
              <a:ext cx="526473" cy="526473"/>
            </a:xfrm>
            <a:prstGeom prst="flowChartConnector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000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Flussdiagramm: Verbinder 10">
              <a:extLst>
                <a:ext uri="{FF2B5EF4-FFF2-40B4-BE49-F238E27FC236}">
                  <a16:creationId xmlns:a16="http://schemas.microsoft.com/office/drawing/2014/main" id="{6383FE5A-414D-1888-43F7-1A9A83D7795F}"/>
                </a:ext>
              </a:extLst>
            </p:cNvPr>
            <p:cNvSpPr/>
            <p:nvPr/>
          </p:nvSpPr>
          <p:spPr>
            <a:xfrm>
              <a:off x="6411997" y="3024909"/>
              <a:ext cx="526473" cy="526473"/>
            </a:xfrm>
            <a:prstGeom prst="flowChartConnector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000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lussdiagramm: Verbinder 11">
              <a:extLst>
                <a:ext uri="{FF2B5EF4-FFF2-40B4-BE49-F238E27FC236}">
                  <a16:creationId xmlns:a16="http://schemas.microsoft.com/office/drawing/2014/main" id="{1B46AC05-C056-BEA9-59F3-726F5B065EBC}"/>
                </a:ext>
              </a:extLst>
            </p:cNvPr>
            <p:cNvSpPr/>
            <p:nvPr/>
          </p:nvSpPr>
          <p:spPr>
            <a:xfrm>
              <a:off x="8499072" y="3024909"/>
              <a:ext cx="526473" cy="526473"/>
            </a:xfrm>
            <a:prstGeom prst="flowChartConnector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000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F701E329-FB32-B2C7-4FA8-DB1D020E061F}"/>
                </a:ext>
              </a:extLst>
            </p:cNvPr>
            <p:cNvSpPr/>
            <p:nvPr/>
          </p:nvSpPr>
          <p:spPr>
            <a:xfrm>
              <a:off x="8449081" y="2425700"/>
              <a:ext cx="626455" cy="33407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tanh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B613C311-73B4-3A9F-F5EA-46574A30D318}"/>
                </a:ext>
              </a:extLst>
            </p:cNvPr>
            <p:cNvSpPr/>
            <p:nvPr/>
          </p:nvSpPr>
          <p:spPr>
            <a:xfrm>
              <a:off x="6362005" y="4110966"/>
              <a:ext cx="626455" cy="33407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tanh</a:t>
              </a: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B104CED0-FE04-6265-E45D-EC3BA78642C1}"/>
                </a:ext>
              </a:extLst>
            </p:cNvPr>
            <p:cNvSpPr/>
            <p:nvPr/>
          </p:nvSpPr>
          <p:spPr>
            <a:xfrm>
              <a:off x="5477221" y="4110965"/>
              <a:ext cx="352775" cy="33407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σ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46ED215B-C328-CDDE-40C5-0E1987F0D257}"/>
                </a:ext>
              </a:extLst>
            </p:cNvPr>
            <p:cNvSpPr/>
            <p:nvPr/>
          </p:nvSpPr>
          <p:spPr>
            <a:xfrm>
              <a:off x="3656152" y="4110964"/>
              <a:ext cx="352775" cy="33407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σ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F9A5B07B-3961-0A47-2D88-EE462C583533}"/>
                </a:ext>
              </a:extLst>
            </p:cNvPr>
            <p:cNvSpPr/>
            <p:nvPr/>
          </p:nvSpPr>
          <p:spPr>
            <a:xfrm>
              <a:off x="7729383" y="4110964"/>
              <a:ext cx="352775" cy="33407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σ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A714FBED-5D9D-7C0C-6975-18EF031C0CFB}"/>
                </a:ext>
              </a:extLst>
            </p:cNvPr>
            <p:cNvSpPr txBox="1"/>
            <p:nvPr/>
          </p:nvSpPr>
          <p:spPr>
            <a:xfrm>
              <a:off x="3216909" y="1370941"/>
              <a:ext cx="1431637" cy="246221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00" dirty="0">
                  <a:latin typeface="Arial" panose="020B0604020202020204" pitchFamily="34" charset="0"/>
                  <a:cs typeface="Arial" panose="020B0604020202020204" pitchFamily="34" charset="0"/>
                </a:rPr>
                <a:t>Forget Gate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98EE5D77-6498-FBF4-037C-7F5A9BA8F8BD}"/>
                </a:ext>
              </a:extLst>
            </p:cNvPr>
            <p:cNvSpPr txBox="1"/>
            <p:nvPr/>
          </p:nvSpPr>
          <p:spPr>
            <a:xfrm>
              <a:off x="5456381" y="1389288"/>
              <a:ext cx="1431637" cy="246221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00" dirty="0">
                  <a:latin typeface="Arial" panose="020B0604020202020204" pitchFamily="34" charset="0"/>
                  <a:cs typeface="Arial" panose="020B0604020202020204" pitchFamily="34" charset="0"/>
                </a:rPr>
                <a:t>Input Gate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33387AC2-D3F3-9F32-8F76-37CADF776FB7}"/>
                </a:ext>
              </a:extLst>
            </p:cNvPr>
            <p:cNvSpPr txBox="1"/>
            <p:nvPr/>
          </p:nvSpPr>
          <p:spPr>
            <a:xfrm>
              <a:off x="7543455" y="1389288"/>
              <a:ext cx="1431637" cy="246221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00" dirty="0">
                  <a:latin typeface="Arial" panose="020B0604020202020204" pitchFamily="34" charset="0"/>
                  <a:cs typeface="Arial" panose="020B0604020202020204" pitchFamily="34" charset="0"/>
                </a:rPr>
                <a:t>Output Gate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4E565A51-3E5D-5B38-7A64-90935F1DF6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1238" y="3424238"/>
              <a:ext cx="9525" cy="95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B47D3B8A-167D-15C9-BD11-F048DFB686CA}"/>
                </a:ext>
              </a:extLst>
            </p:cNvPr>
            <p:cNvSpPr txBox="1"/>
            <p:nvPr/>
          </p:nvSpPr>
          <p:spPr>
            <a:xfrm>
              <a:off x="3433134" y="3682366"/>
              <a:ext cx="38386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00" dirty="0">
                  <a:latin typeface="Arial" panose="020B0604020202020204" pitchFamily="34" charset="0"/>
                  <a:cs typeface="Arial" panose="020B0604020202020204" pitchFamily="34" charset="0"/>
                </a:rPr>
                <a:t>f (t)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849B017D-CE7C-29D5-2764-07306E171AC1}"/>
                </a:ext>
              </a:extLst>
            </p:cNvPr>
            <p:cNvCxnSpPr>
              <a:cxnSpLocks/>
            </p:cNvCxnSpPr>
            <p:nvPr/>
          </p:nvCxnSpPr>
          <p:spPr>
            <a:xfrm>
              <a:off x="2979420" y="4922982"/>
              <a:ext cx="4926350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7041AC48-E212-68BC-627E-F8D73FEB0992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7905771" y="4445043"/>
              <a:ext cx="0" cy="47793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E04FAFB-2389-7080-AF8A-0FCE03C9614E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5653608" y="4445044"/>
              <a:ext cx="1" cy="47793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838FA8D5-060B-8E17-DD61-3D7260D71664}"/>
                </a:ext>
              </a:extLst>
            </p:cNvPr>
            <p:cNvCxnSpPr>
              <a:cxnSpLocks/>
              <a:endCxn id="16" idx="2"/>
            </p:cNvCxnSpPr>
            <p:nvPr/>
          </p:nvCxnSpPr>
          <p:spPr>
            <a:xfrm flipV="1">
              <a:off x="3832540" y="4445043"/>
              <a:ext cx="0" cy="73960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Gerade Verbindung mit Pfeil 37">
              <a:extLst>
                <a:ext uri="{FF2B5EF4-FFF2-40B4-BE49-F238E27FC236}">
                  <a16:creationId xmlns:a16="http://schemas.microsoft.com/office/drawing/2014/main" id="{2D5EA215-4EB6-411F-E95A-59232610889B}"/>
                </a:ext>
              </a:extLst>
            </p:cNvPr>
            <p:cNvCxnSpPr>
              <a:cxnSpLocks/>
              <a:stCxn id="16" idx="0"/>
              <a:endCxn id="10" idx="4"/>
            </p:cNvCxnSpPr>
            <p:nvPr/>
          </p:nvCxnSpPr>
          <p:spPr>
            <a:xfrm flipH="1" flipV="1">
              <a:off x="3832539" y="2475346"/>
              <a:ext cx="1" cy="16356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7BAF0E10-2DA9-FC1D-692B-EBC286B3C88E}"/>
                </a:ext>
              </a:extLst>
            </p:cNvPr>
            <p:cNvCxnSpPr>
              <a:cxnSpLocks/>
              <a:stCxn id="14" idx="0"/>
              <a:endCxn id="11" idx="4"/>
            </p:cNvCxnSpPr>
            <p:nvPr/>
          </p:nvCxnSpPr>
          <p:spPr>
            <a:xfrm flipV="1">
              <a:off x="6675233" y="3551382"/>
              <a:ext cx="1" cy="55958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Gerade Verbindung mit Pfeil 42">
              <a:extLst>
                <a:ext uri="{FF2B5EF4-FFF2-40B4-BE49-F238E27FC236}">
                  <a16:creationId xmlns:a16="http://schemas.microsoft.com/office/drawing/2014/main" id="{0188C44D-191D-1FA2-7B41-D801962049D7}"/>
                </a:ext>
              </a:extLst>
            </p:cNvPr>
            <p:cNvCxnSpPr>
              <a:cxnSpLocks/>
              <a:stCxn id="11" idx="0"/>
              <a:endCxn id="9" idx="4"/>
            </p:cNvCxnSpPr>
            <p:nvPr/>
          </p:nvCxnSpPr>
          <p:spPr>
            <a:xfrm flipV="1">
              <a:off x="6675234" y="2475346"/>
              <a:ext cx="1" cy="5495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48BEC302-3F85-791E-85E0-0E8DE58DF38C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>
              <a:off x="2979418" y="2212109"/>
              <a:ext cx="589884" cy="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4062352E-4C54-CD65-AE1D-1D75D9318E6B}"/>
                </a:ext>
              </a:extLst>
            </p:cNvPr>
            <p:cNvCxnSpPr>
              <a:cxnSpLocks/>
              <a:stCxn id="10" idx="6"/>
              <a:endCxn id="9" idx="2"/>
            </p:cNvCxnSpPr>
            <p:nvPr/>
          </p:nvCxnSpPr>
          <p:spPr>
            <a:xfrm>
              <a:off x="4095775" y="2212110"/>
              <a:ext cx="231622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Verbinder: gewinkelt 57">
              <a:extLst>
                <a:ext uri="{FF2B5EF4-FFF2-40B4-BE49-F238E27FC236}">
                  <a16:creationId xmlns:a16="http://schemas.microsoft.com/office/drawing/2014/main" id="{A907D2A8-6F40-5909-0EAE-D1FC6E1ADABC}"/>
                </a:ext>
              </a:extLst>
            </p:cNvPr>
            <p:cNvCxnSpPr>
              <a:stCxn id="15" idx="0"/>
              <a:endCxn id="11" idx="2"/>
            </p:cNvCxnSpPr>
            <p:nvPr/>
          </p:nvCxnSpPr>
          <p:spPr>
            <a:xfrm rot="5400000" flipH="1" flipV="1">
              <a:off x="5621394" y="3320362"/>
              <a:ext cx="822819" cy="75838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Verbinder: gewinkelt 58">
              <a:extLst>
                <a:ext uri="{FF2B5EF4-FFF2-40B4-BE49-F238E27FC236}">
                  <a16:creationId xmlns:a16="http://schemas.microsoft.com/office/drawing/2014/main" id="{3EC353AD-E1C2-5216-46C5-A65D223D6B37}"/>
                </a:ext>
              </a:extLst>
            </p:cNvPr>
            <p:cNvCxnSpPr>
              <a:cxnSpLocks/>
              <a:stCxn id="17" idx="0"/>
              <a:endCxn id="12" idx="2"/>
            </p:cNvCxnSpPr>
            <p:nvPr/>
          </p:nvCxnSpPr>
          <p:spPr>
            <a:xfrm rot="5400000" flipH="1" flipV="1">
              <a:off x="7791012" y="3402905"/>
              <a:ext cx="822818" cy="593301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Verbinder: gewinkelt 61">
              <a:extLst>
                <a:ext uri="{FF2B5EF4-FFF2-40B4-BE49-F238E27FC236}">
                  <a16:creationId xmlns:a16="http://schemas.microsoft.com/office/drawing/2014/main" id="{18EAE7C5-31C8-598E-C6EB-568FF40F5A45}"/>
                </a:ext>
              </a:extLst>
            </p:cNvPr>
            <p:cNvCxnSpPr>
              <a:cxnSpLocks/>
              <a:stCxn id="12" idx="4"/>
            </p:cNvCxnSpPr>
            <p:nvPr/>
          </p:nvCxnSpPr>
          <p:spPr>
            <a:xfrm rot="16200000" flipH="1">
              <a:off x="8841348" y="3472343"/>
              <a:ext cx="1297712" cy="145579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5" name="Gerade Verbindung mit Pfeil 1024">
              <a:extLst>
                <a:ext uri="{FF2B5EF4-FFF2-40B4-BE49-F238E27FC236}">
                  <a16:creationId xmlns:a16="http://schemas.microsoft.com/office/drawing/2014/main" id="{CD6296E7-E099-6661-2EA6-EDF06C3960ED}"/>
                </a:ext>
              </a:extLst>
            </p:cNvPr>
            <p:cNvCxnSpPr>
              <a:cxnSpLocks/>
              <a:stCxn id="9" idx="6"/>
            </p:cNvCxnSpPr>
            <p:nvPr/>
          </p:nvCxnSpPr>
          <p:spPr>
            <a:xfrm>
              <a:off x="6938471" y="2212110"/>
              <a:ext cx="31106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8" name="Gerader Verbinder 1037">
              <a:extLst>
                <a:ext uri="{FF2B5EF4-FFF2-40B4-BE49-F238E27FC236}">
                  <a16:creationId xmlns:a16="http://schemas.microsoft.com/office/drawing/2014/main" id="{7B6598A3-5B7B-E301-4A0A-47961ECFE5B5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8762309" y="2212109"/>
              <a:ext cx="0" cy="21359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2" name="Gerader Verbinder 1041">
              <a:extLst>
                <a:ext uri="{FF2B5EF4-FFF2-40B4-BE49-F238E27FC236}">
                  <a16:creationId xmlns:a16="http://schemas.microsoft.com/office/drawing/2014/main" id="{8BFE8A68-CCDE-5C85-E470-8023A4899445}"/>
                </a:ext>
              </a:extLst>
            </p:cNvPr>
            <p:cNvCxnSpPr>
              <a:cxnSpLocks/>
              <a:endCxn id="14" idx="2"/>
            </p:cNvCxnSpPr>
            <p:nvPr/>
          </p:nvCxnSpPr>
          <p:spPr>
            <a:xfrm flipV="1">
              <a:off x="6675233" y="4445045"/>
              <a:ext cx="0" cy="47793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45" name="Textfeld 1044">
              <a:extLst>
                <a:ext uri="{FF2B5EF4-FFF2-40B4-BE49-F238E27FC236}">
                  <a16:creationId xmlns:a16="http://schemas.microsoft.com/office/drawing/2014/main" id="{4FC0CE60-D5F4-FC3C-DCBF-7A8D903F6F7C}"/>
                </a:ext>
              </a:extLst>
            </p:cNvPr>
            <p:cNvSpPr txBox="1"/>
            <p:nvPr/>
          </p:nvSpPr>
          <p:spPr>
            <a:xfrm>
              <a:off x="5293909" y="3682365"/>
              <a:ext cx="38386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00" dirty="0">
                  <a:latin typeface="Arial" panose="020B0604020202020204" pitchFamily="34" charset="0"/>
                  <a:cs typeface="Arial" panose="020B0604020202020204" pitchFamily="34" charset="0"/>
                </a:rPr>
                <a:t>i (t)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6" name="Textfeld 1045">
              <a:extLst>
                <a:ext uri="{FF2B5EF4-FFF2-40B4-BE49-F238E27FC236}">
                  <a16:creationId xmlns:a16="http://schemas.microsoft.com/office/drawing/2014/main" id="{40863108-320B-95E1-F2F1-6C806593B4DB}"/>
                </a:ext>
              </a:extLst>
            </p:cNvPr>
            <p:cNvSpPr txBox="1"/>
            <p:nvPr/>
          </p:nvSpPr>
          <p:spPr>
            <a:xfrm>
              <a:off x="6301905" y="3682364"/>
              <a:ext cx="38386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00" dirty="0">
                  <a:latin typeface="Arial" panose="020B0604020202020204" pitchFamily="34" charset="0"/>
                  <a:cs typeface="Arial" panose="020B0604020202020204" pitchFamily="34" charset="0"/>
                </a:rPr>
                <a:t>c(t)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7" name="Textfeld 1046">
              <a:extLst>
                <a:ext uri="{FF2B5EF4-FFF2-40B4-BE49-F238E27FC236}">
                  <a16:creationId xmlns:a16="http://schemas.microsoft.com/office/drawing/2014/main" id="{0681C4E7-0616-8BEC-40B6-1EDDF2EC370E}"/>
                </a:ext>
              </a:extLst>
            </p:cNvPr>
            <p:cNvSpPr txBox="1"/>
            <p:nvPr/>
          </p:nvSpPr>
          <p:spPr>
            <a:xfrm>
              <a:off x="7581873" y="3682363"/>
              <a:ext cx="38386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00" dirty="0">
                  <a:latin typeface="Arial" panose="020B0604020202020204" pitchFamily="34" charset="0"/>
                  <a:cs typeface="Arial" panose="020B0604020202020204" pitchFamily="34" charset="0"/>
                </a:rPr>
                <a:t>o(t)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49" name="Gerade Verbindung mit Pfeil 1048">
              <a:extLst>
                <a:ext uri="{FF2B5EF4-FFF2-40B4-BE49-F238E27FC236}">
                  <a16:creationId xmlns:a16="http://schemas.microsoft.com/office/drawing/2014/main" id="{4D6A89F9-E6D3-00CF-39BB-DA66339C32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86470" y="858981"/>
              <a:ext cx="0" cy="39835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53" name="Textfeld 1052">
              <a:extLst>
                <a:ext uri="{FF2B5EF4-FFF2-40B4-BE49-F238E27FC236}">
                  <a16:creationId xmlns:a16="http://schemas.microsoft.com/office/drawing/2014/main" id="{D596B2FF-41FA-3B3A-2F27-A48666956FBF}"/>
                </a:ext>
              </a:extLst>
            </p:cNvPr>
            <p:cNvSpPr txBox="1"/>
            <p:nvPr/>
          </p:nvSpPr>
          <p:spPr>
            <a:xfrm>
              <a:off x="9013641" y="593851"/>
              <a:ext cx="54565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00" dirty="0">
                  <a:latin typeface="Arial" panose="020B0604020202020204" pitchFamily="34" charset="0"/>
                  <a:cs typeface="Arial" panose="020B0604020202020204" pitchFamily="34" charset="0"/>
                </a:rPr>
                <a:t>h(t)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4" name="Textfeld 1053">
              <a:extLst>
                <a:ext uri="{FF2B5EF4-FFF2-40B4-BE49-F238E27FC236}">
                  <a16:creationId xmlns:a16="http://schemas.microsoft.com/office/drawing/2014/main" id="{1CA8C8FA-C673-A3E1-5C26-0CBFBAFE11D1}"/>
                </a:ext>
              </a:extLst>
            </p:cNvPr>
            <p:cNvSpPr txBox="1"/>
            <p:nvPr/>
          </p:nvSpPr>
          <p:spPr>
            <a:xfrm>
              <a:off x="1775922" y="2072683"/>
              <a:ext cx="55197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00" dirty="0">
                  <a:latin typeface="Arial" panose="020B0604020202020204" pitchFamily="34" charset="0"/>
                  <a:cs typeface="Arial" panose="020B0604020202020204" pitchFamily="34" charset="0"/>
                </a:rPr>
                <a:t>C(t-1)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55" name="Gerade Verbindung mit Pfeil 1054">
              <a:extLst>
                <a:ext uri="{FF2B5EF4-FFF2-40B4-BE49-F238E27FC236}">
                  <a16:creationId xmlns:a16="http://schemas.microsoft.com/office/drawing/2014/main" id="{66DE54CC-B94D-315F-7E33-3AAB9CE508E4}"/>
                </a:ext>
              </a:extLst>
            </p:cNvPr>
            <p:cNvCxnSpPr>
              <a:cxnSpLocks/>
            </p:cNvCxnSpPr>
            <p:nvPr/>
          </p:nvCxnSpPr>
          <p:spPr>
            <a:xfrm>
              <a:off x="2302395" y="2205030"/>
              <a:ext cx="6770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58" name="Textfeld 1057">
              <a:extLst>
                <a:ext uri="{FF2B5EF4-FFF2-40B4-BE49-F238E27FC236}">
                  <a16:creationId xmlns:a16="http://schemas.microsoft.com/office/drawing/2014/main" id="{59D17E23-CC10-C049-F054-880D4F7F9C8E}"/>
                </a:ext>
              </a:extLst>
            </p:cNvPr>
            <p:cNvSpPr txBox="1"/>
            <p:nvPr/>
          </p:nvSpPr>
          <p:spPr>
            <a:xfrm>
              <a:off x="3656152" y="5665047"/>
              <a:ext cx="38386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00" dirty="0">
                  <a:latin typeface="Arial" panose="020B0604020202020204" pitchFamily="34" charset="0"/>
                  <a:cs typeface="Arial" panose="020B0604020202020204" pitchFamily="34" charset="0"/>
                </a:rPr>
                <a:t>x(t)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59" name="Gerade Verbindung mit Pfeil 1058">
              <a:extLst>
                <a:ext uri="{FF2B5EF4-FFF2-40B4-BE49-F238E27FC236}">
                  <a16:creationId xmlns:a16="http://schemas.microsoft.com/office/drawing/2014/main" id="{1DA4B727-2B8A-8DB9-AB32-8E2028278D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5468" y="5184648"/>
              <a:ext cx="0" cy="5264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63" name="Textfeld 1062">
              <a:extLst>
                <a:ext uri="{FF2B5EF4-FFF2-40B4-BE49-F238E27FC236}">
                  <a16:creationId xmlns:a16="http://schemas.microsoft.com/office/drawing/2014/main" id="{49511089-0AF0-A198-A83A-539816994793}"/>
                </a:ext>
              </a:extLst>
            </p:cNvPr>
            <p:cNvSpPr txBox="1"/>
            <p:nvPr/>
          </p:nvSpPr>
          <p:spPr>
            <a:xfrm>
              <a:off x="10218099" y="4719442"/>
              <a:ext cx="38386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00" dirty="0">
                  <a:latin typeface="Arial" panose="020B0604020202020204" pitchFamily="34" charset="0"/>
                  <a:cs typeface="Arial" panose="020B0604020202020204" pitchFamily="34" charset="0"/>
                </a:rPr>
                <a:t>h(t)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4" name="Textfeld 1063">
              <a:extLst>
                <a:ext uri="{FF2B5EF4-FFF2-40B4-BE49-F238E27FC236}">
                  <a16:creationId xmlns:a16="http://schemas.microsoft.com/office/drawing/2014/main" id="{A04C14AC-817F-E27C-D2FF-4C7C3D2B06D6}"/>
                </a:ext>
              </a:extLst>
            </p:cNvPr>
            <p:cNvSpPr txBox="1"/>
            <p:nvPr/>
          </p:nvSpPr>
          <p:spPr>
            <a:xfrm>
              <a:off x="10049163" y="2081919"/>
              <a:ext cx="458931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00" dirty="0">
                  <a:latin typeface="Arial" panose="020B0604020202020204" pitchFamily="34" charset="0"/>
                  <a:cs typeface="Arial" panose="020B0604020202020204" pitchFamily="34" charset="0"/>
                </a:rPr>
                <a:t>C(t)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65" name="Gerader Verbinder 1064">
              <a:extLst>
                <a:ext uri="{FF2B5EF4-FFF2-40B4-BE49-F238E27FC236}">
                  <a16:creationId xmlns:a16="http://schemas.microsoft.com/office/drawing/2014/main" id="{329B8ACF-AF09-CCD0-F66D-D6B4628945DF}"/>
                </a:ext>
              </a:extLst>
            </p:cNvPr>
            <p:cNvCxnSpPr>
              <a:cxnSpLocks/>
              <a:stCxn id="13" idx="2"/>
              <a:endCxn id="12" idx="0"/>
            </p:cNvCxnSpPr>
            <p:nvPr/>
          </p:nvCxnSpPr>
          <p:spPr>
            <a:xfrm>
              <a:off x="8762309" y="2759779"/>
              <a:ext cx="0" cy="26513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3455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51</Words>
  <Application>Microsoft Office PowerPoint</Application>
  <PresentationFormat>Breitbild</PresentationFormat>
  <Paragraphs>21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emre moğulkoç</dc:creator>
  <cp:lastModifiedBy>emre moğulkoç</cp:lastModifiedBy>
  <cp:revision>1</cp:revision>
  <dcterms:created xsi:type="dcterms:W3CDTF">2026-04-27T11:02:30Z</dcterms:created>
  <dcterms:modified xsi:type="dcterms:W3CDTF">2026-04-27T12:27:31Z</dcterms:modified>
</cp:coreProperties>
</file>